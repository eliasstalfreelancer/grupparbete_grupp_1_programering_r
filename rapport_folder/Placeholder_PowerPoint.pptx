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46" d="100"/>
          <a:sy n="46" d="100"/>
        </p:scale>
        <p:origin x="33" y="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1C71F23-B9E2-AA9E-FDDE-A64386713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D0383B5D-830A-A631-6A87-AB116DE0B8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2CFE5DB0-02B6-D942-0988-428EE68EB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BC60E17-2A37-BFB1-1BEF-AEF019FE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81353D7-6DD2-EBC2-CD1D-45CBA2555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16330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E5F39CF-6F44-B2AE-D5B4-9388EA205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9B22F85-6869-D921-042F-D1B20AB0E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A0A4F79-5019-6253-6CE4-A4F88612C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9BFD834-4031-6B02-BE42-5232C10F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615FF62-F442-5C3D-E01E-576916D3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14123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FFF0F00D-938E-3AB9-1220-278007DEB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6A74DEE2-3D81-B98E-4118-EF25A5750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593365A5-DDF8-D5F9-FF9B-EFA017C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C485C3A-7AD5-0927-38B7-533EBC05C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0208926-649A-D26A-EBE8-F418B2148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65916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FEB2788-2F1E-29B5-B6F3-0FDFF06A8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7EE0F0E-8EE7-A692-5BF2-7C3924A8CE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4B3B0C1-9C0F-638D-F671-F884018213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6AC0FFB5-D7CC-EC69-32C8-FF5A9ACD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FE842C5-A9A5-7152-860A-FDC5C170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68E7F72F-92AE-FC3F-CF30-1F88294E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40866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D6966CB-0717-C88A-EDE0-A57E8C851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25814D09-0B70-B346-4EF0-CFE8215A4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0337E2E-1F81-0208-15ED-695F3717B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966B71D-8093-67B4-F34A-77AA8279F3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EDDD4280-F2C8-2326-DCC8-1DB46DBB7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BE7FACD3-3920-3029-2DDE-66139B7B2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3AA6BB1E-1EEC-98CB-E802-B55B2336E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DE768F0-A0D7-1821-24ED-D57FD223B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9047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03DB66-4C65-F69E-E2D3-54E157846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B9B8F448-E9C6-5116-6C07-A9CBD2817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4E31084-4C20-8E37-55CC-76CE5220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6C4839C9-ACA1-F5AF-0245-F5F07B64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22144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DDCD2EFB-2B98-6147-9B45-E0157E164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87CC3124-3312-105E-0D1D-A9B898BD2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32D91273-7578-E15D-FEE2-653D0E93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447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59FD23C-EB68-44DA-C221-0C3BEFE4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6EE4DCC-DFC2-100B-972C-5C01DE2B0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0236FB5B-2433-339F-2F90-C1948FD475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E86ED90B-887F-0BF8-8D6A-D55EE5300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F47794D-4EC6-C993-E3CC-94EA93191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FADC79ED-2203-B1D2-FDAA-9E80EFD52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5514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B01E099-AED0-EC35-B427-374C7A6A9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AB5AE211-E3BC-F699-1F7B-7ED6398B34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C05F287-4687-AFB0-496B-3A668AFA5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C01EED59-DAB2-DA86-4CB0-1FAD5E07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4143A03B-3453-BD0A-B48C-7C7D0DA50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26F57AB0-C46C-978F-3B71-424FC0A3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80661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FA8B5344-293C-B661-ED3B-B051464D2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FEA3F00C-2590-FF2E-868A-6F3E79499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8EF6CD6-8244-35C9-76BD-99934BEAB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AFF4E8B-21A6-AFE5-DEA6-A10ECD955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EC8C6DD-67EF-22EF-8A0C-5D5444A6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55923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391B9E8A-3BF7-DD5B-1DFF-541625C449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B3DC4081-7B32-F21E-F988-5891D4BCC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5CD69F25-A8A8-7B9E-A0F6-123AD7CCA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F8AA6716-1E10-96A7-94E5-AA338038D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132D9E9-BC7A-418C-81D2-F910BB8CA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5539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C1EFDF75-B76D-61C7-B5AF-4D1F53C10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9D4EBB8E-1571-D76F-ABD2-D380F7745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5B57D68F-E6A6-623A-1C99-526DD47F93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EDDF1-0042-44C4-AB81-83CA40A64AE8}" type="datetimeFigureOut">
              <a:rPr lang="sv-SE" smtClean="0"/>
              <a:t>2026-03-31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670DD1C-4147-6A8D-DE05-7F5A47DD2B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E7CB65F-77FE-FA80-9E5F-B6E1D497C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0BAA-FCD9-4CC5-BDF4-FC30FFCC0C1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54645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BAC2DB2-902E-FF99-F330-B294AC6244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CC3A427F-9ABE-633D-1611-DC98EA3219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534516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Bredbild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Office-tema</vt:lpstr>
      <vt:lpstr>PowerPoint-presentation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Stålhjärta</dc:creator>
  <cp:lastModifiedBy>Elias Stålhjärta</cp:lastModifiedBy>
  <cp:revision>1</cp:revision>
  <dcterms:created xsi:type="dcterms:W3CDTF">2026-03-31T12:27:49Z</dcterms:created>
  <dcterms:modified xsi:type="dcterms:W3CDTF">2026-03-31T12:28:01Z</dcterms:modified>
</cp:coreProperties>
</file>