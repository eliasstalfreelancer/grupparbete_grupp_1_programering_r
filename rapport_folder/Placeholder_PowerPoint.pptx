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0DAAF8-6D02-4C02-B44C-E6EC11291832}" v="24" dt="2026-04-22T07:31:13.34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1" autoAdjust="0"/>
    <p:restoredTop sz="94660"/>
  </p:normalViewPr>
  <p:slideViewPr>
    <p:cSldViewPr snapToGrid="0">
      <p:cViewPr varScale="1">
        <p:scale>
          <a:sx n="150" d="100"/>
          <a:sy n="150" d="100"/>
        </p:scale>
        <p:origin x="702"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s Lindström" userId="e2164e0498dd284e" providerId="LiveId" clId="{7A0E95E1-3C7A-43FC-80A2-7D6B146ED67F}"/>
    <pc:docChg chg="undo custSel addSld modSld sldOrd">
      <pc:chgData name="Jonas Lindström" userId="e2164e0498dd284e" providerId="LiveId" clId="{7A0E95E1-3C7A-43FC-80A2-7D6B146ED67F}" dt="2026-04-22T07:41:05.092" v="1020" actId="1076"/>
      <pc:docMkLst>
        <pc:docMk/>
      </pc:docMkLst>
      <pc:sldChg chg="addSp modSp mod">
        <pc:chgData name="Jonas Lindström" userId="e2164e0498dd284e" providerId="LiveId" clId="{7A0E95E1-3C7A-43FC-80A2-7D6B146ED67F}" dt="2026-04-22T07:12:57.036" v="436" actId="20577"/>
        <pc:sldMkLst>
          <pc:docMk/>
          <pc:sldMk cId="3953451600" sldId="256"/>
        </pc:sldMkLst>
        <pc:spChg chg="mod">
          <ac:chgData name="Jonas Lindström" userId="e2164e0498dd284e" providerId="LiveId" clId="{7A0E95E1-3C7A-43FC-80A2-7D6B146ED67F}" dt="2026-04-21T15:59:50.255" v="146" actId="1076"/>
          <ac:spMkLst>
            <pc:docMk/>
            <pc:sldMk cId="3953451600" sldId="256"/>
            <ac:spMk id="2" creationId="{1BAC2DB2-902E-FF99-F330-B294AC624440}"/>
          </ac:spMkLst>
        </pc:spChg>
        <pc:spChg chg="mod">
          <ac:chgData name="Jonas Lindström" userId="e2164e0498dd284e" providerId="LiveId" clId="{7A0E95E1-3C7A-43FC-80A2-7D6B146ED67F}" dt="2026-04-22T07:12:57.036" v="436" actId="20577"/>
          <ac:spMkLst>
            <pc:docMk/>
            <pc:sldMk cId="3953451600" sldId="256"/>
            <ac:spMk id="3" creationId="{CC3A427F-9ABE-633D-1611-DC98EA321951}"/>
          </ac:spMkLst>
        </pc:spChg>
        <pc:spChg chg="add mod">
          <ac:chgData name="Jonas Lindström" userId="e2164e0498dd284e" providerId="LiveId" clId="{7A0E95E1-3C7A-43FC-80A2-7D6B146ED67F}" dt="2026-04-22T07:08:02.417" v="303"/>
          <ac:spMkLst>
            <pc:docMk/>
            <pc:sldMk cId="3953451600" sldId="256"/>
            <ac:spMk id="4" creationId="{5E25A7B1-648F-936A-7CD6-4565EA6AB0EE}"/>
          </ac:spMkLst>
        </pc:spChg>
      </pc:sldChg>
      <pc:sldChg chg="modSp new mod">
        <pc:chgData name="Jonas Lindström" userId="e2164e0498dd284e" providerId="LiveId" clId="{7A0E95E1-3C7A-43FC-80A2-7D6B146ED67F}" dt="2026-04-22T07:20:46.076" v="680" actId="1076"/>
        <pc:sldMkLst>
          <pc:docMk/>
          <pc:sldMk cId="2859858017" sldId="257"/>
        </pc:sldMkLst>
        <pc:spChg chg="mod">
          <ac:chgData name="Jonas Lindström" userId="e2164e0498dd284e" providerId="LiveId" clId="{7A0E95E1-3C7A-43FC-80A2-7D6B146ED67F}" dt="2026-04-21T16:05:38.473" v="229" actId="20577"/>
          <ac:spMkLst>
            <pc:docMk/>
            <pc:sldMk cId="2859858017" sldId="257"/>
            <ac:spMk id="2" creationId="{C026C994-65FF-9732-77A1-B649D53AB6E7}"/>
          </ac:spMkLst>
        </pc:spChg>
        <pc:spChg chg="mod">
          <ac:chgData name="Jonas Lindström" userId="e2164e0498dd284e" providerId="LiveId" clId="{7A0E95E1-3C7A-43FC-80A2-7D6B146ED67F}" dt="2026-04-22T07:20:46.076" v="680" actId="1076"/>
          <ac:spMkLst>
            <pc:docMk/>
            <pc:sldMk cId="2859858017" sldId="257"/>
            <ac:spMk id="3" creationId="{9ABC6592-74ED-85EB-720C-A2454EDC6F85}"/>
          </ac:spMkLst>
        </pc:spChg>
      </pc:sldChg>
      <pc:sldChg chg="addSp delSp modSp new mod ord">
        <pc:chgData name="Jonas Lindström" userId="e2164e0498dd284e" providerId="LiveId" clId="{7A0E95E1-3C7A-43FC-80A2-7D6B146ED67F}" dt="2026-04-22T07:24:30.531" v="683" actId="1076"/>
        <pc:sldMkLst>
          <pc:docMk/>
          <pc:sldMk cId="492862340" sldId="258"/>
        </pc:sldMkLst>
        <pc:spChg chg="mod">
          <ac:chgData name="Jonas Lindström" userId="e2164e0498dd284e" providerId="LiveId" clId="{7A0E95E1-3C7A-43FC-80A2-7D6B146ED67F}" dt="2026-04-21T16:05:26.794" v="227" actId="122"/>
          <ac:spMkLst>
            <pc:docMk/>
            <pc:sldMk cId="492862340" sldId="258"/>
            <ac:spMk id="2" creationId="{5DFAE203-21A2-A7C4-CCF8-A3B2BEA3D490}"/>
          </ac:spMkLst>
        </pc:spChg>
        <pc:spChg chg="del">
          <ac:chgData name="Jonas Lindström" userId="e2164e0498dd284e" providerId="LiveId" clId="{7A0E95E1-3C7A-43FC-80A2-7D6B146ED67F}" dt="2026-04-21T16:08:32.529" v="230" actId="931"/>
          <ac:spMkLst>
            <pc:docMk/>
            <pc:sldMk cId="492862340" sldId="258"/>
            <ac:spMk id="3" creationId="{D0A0FEF1-FF30-12FD-921A-A06D961EB046}"/>
          </ac:spMkLst>
        </pc:spChg>
        <pc:picChg chg="add mod">
          <ac:chgData name="Jonas Lindström" userId="e2164e0498dd284e" providerId="LiveId" clId="{7A0E95E1-3C7A-43FC-80A2-7D6B146ED67F}" dt="2026-04-22T07:24:25.891" v="682" actId="1076"/>
          <ac:picMkLst>
            <pc:docMk/>
            <pc:sldMk cId="492862340" sldId="258"/>
            <ac:picMk id="4" creationId="{766AD128-63E8-4787-9A55-DD4C98606A35}"/>
          </ac:picMkLst>
        </pc:picChg>
        <pc:picChg chg="add mod ord">
          <ac:chgData name="Jonas Lindström" userId="e2164e0498dd284e" providerId="LiveId" clId="{7A0E95E1-3C7A-43FC-80A2-7D6B146ED67F}" dt="2026-04-22T07:24:30.531" v="683" actId="1076"/>
          <ac:picMkLst>
            <pc:docMk/>
            <pc:sldMk cId="492862340" sldId="258"/>
            <ac:picMk id="5" creationId="{135F435D-08C7-58B7-7FC5-6EE5569C35BC}"/>
          </ac:picMkLst>
        </pc:picChg>
      </pc:sldChg>
      <pc:sldChg chg="addSp delSp modSp new mod">
        <pc:chgData name="Jonas Lindström" userId="e2164e0498dd284e" providerId="LiveId" clId="{7A0E95E1-3C7A-43FC-80A2-7D6B146ED67F}" dt="2026-04-21T16:10:19.411" v="240" actId="931"/>
        <pc:sldMkLst>
          <pc:docMk/>
          <pc:sldMk cId="3008716438" sldId="259"/>
        </pc:sldMkLst>
        <pc:spChg chg="mod">
          <ac:chgData name="Jonas Lindström" userId="e2164e0498dd284e" providerId="LiveId" clId="{7A0E95E1-3C7A-43FC-80A2-7D6B146ED67F}" dt="2026-04-21T16:09:03.834" v="237" actId="122"/>
          <ac:spMkLst>
            <pc:docMk/>
            <pc:sldMk cId="3008716438" sldId="259"/>
            <ac:spMk id="2" creationId="{05F897E7-D893-BC62-EE7D-1487DB9FBCFA}"/>
          </ac:spMkLst>
        </pc:spChg>
        <pc:spChg chg="del">
          <ac:chgData name="Jonas Lindström" userId="e2164e0498dd284e" providerId="LiveId" clId="{7A0E95E1-3C7A-43FC-80A2-7D6B146ED67F}" dt="2026-04-21T16:10:09.748" v="238" actId="931"/>
          <ac:spMkLst>
            <pc:docMk/>
            <pc:sldMk cId="3008716438" sldId="259"/>
            <ac:spMk id="3" creationId="{AAF56F41-131A-4F29-A88E-7980FFAB41B5}"/>
          </ac:spMkLst>
        </pc:spChg>
        <pc:spChg chg="add del mod">
          <ac:chgData name="Jonas Lindström" userId="e2164e0498dd284e" providerId="LiveId" clId="{7A0E95E1-3C7A-43FC-80A2-7D6B146ED67F}" dt="2026-04-21T16:10:19.411" v="240" actId="931"/>
          <ac:spMkLst>
            <pc:docMk/>
            <pc:sldMk cId="3008716438" sldId="259"/>
            <ac:spMk id="7" creationId="{41A84F87-16AC-7CC6-1EB6-DEF2DB35480B}"/>
          </ac:spMkLst>
        </pc:spChg>
        <pc:picChg chg="add del mod ord">
          <ac:chgData name="Jonas Lindström" userId="e2164e0498dd284e" providerId="LiveId" clId="{7A0E95E1-3C7A-43FC-80A2-7D6B146ED67F}" dt="2026-04-21T16:10:14.410" v="239" actId="478"/>
          <ac:picMkLst>
            <pc:docMk/>
            <pc:sldMk cId="3008716438" sldId="259"/>
            <ac:picMk id="5" creationId="{AD20202C-3DCB-C9F6-BDC8-BED38F91EC32}"/>
          </ac:picMkLst>
        </pc:picChg>
        <pc:picChg chg="add mod ord">
          <ac:chgData name="Jonas Lindström" userId="e2164e0498dd284e" providerId="LiveId" clId="{7A0E95E1-3C7A-43FC-80A2-7D6B146ED67F}" dt="2026-04-21T16:10:19.411" v="240" actId="931"/>
          <ac:picMkLst>
            <pc:docMk/>
            <pc:sldMk cId="3008716438" sldId="259"/>
            <ac:picMk id="9" creationId="{6B5F6972-28A2-BCF9-D171-6E4C8E4DC808}"/>
          </ac:picMkLst>
        </pc:picChg>
      </pc:sldChg>
      <pc:sldChg chg="addSp delSp modSp new mod">
        <pc:chgData name="Jonas Lindström" userId="e2164e0498dd284e" providerId="LiveId" clId="{7A0E95E1-3C7A-43FC-80A2-7D6B146ED67F}" dt="2026-04-22T07:41:05.092" v="1020" actId="1076"/>
        <pc:sldMkLst>
          <pc:docMk/>
          <pc:sldMk cId="3192255978" sldId="260"/>
        </pc:sldMkLst>
        <pc:spChg chg="mod">
          <ac:chgData name="Jonas Lindström" userId="e2164e0498dd284e" providerId="LiveId" clId="{7A0E95E1-3C7A-43FC-80A2-7D6B146ED67F}" dt="2026-04-22T07:07:54.451" v="302" actId="20577"/>
          <ac:spMkLst>
            <pc:docMk/>
            <pc:sldMk cId="3192255978" sldId="260"/>
            <ac:spMk id="2" creationId="{AF503445-BA83-9218-D0A2-57B271D6224E}"/>
          </ac:spMkLst>
        </pc:spChg>
        <pc:spChg chg="del">
          <ac:chgData name="Jonas Lindström" userId="e2164e0498dd284e" providerId="LiveId" clId="{7A0E95E1-3C7A-43FC-80A2-7D6B146ED67F}" dt="2026-04-21T16:12:34.824" v="246" actId="931"/>
          <ac:spMkLst>
            <pc:docMk/>
            <pc:sldMk cId="3192255978" sldId="260"/>
            <ac:spMk id="3" creationId="{97DCD4CB-DA5C-CE2A-26BB-5ADD849060A9}"/>
          </ac:spMkLst>
        </pc:spChg>
        <pc:picChg chg="add mod">
          <ac:chgData name="Jonas Lindström" userId="e2164e0498dd284e" providerId="LiveId" clId="{7A0E95E1-3C7A-43FC-80A2-7D6B146ED67F}" dt="2026-04-22T07:27:09.900" v="685" actId="1076"/>
          <ac:picMkLst>
            <pc:docMk/>
            <pc:sldMk cId="3192255978" sldId="260"/>
            <ac:picMk id="4" creationId="{4087E303-6F7C-EB9B-DA6F-6AED49E501D8}"/>
          </ac:picMkLst>
        </pc:picChg>
        <pc:picChg chg="add mod ord">
          <ac:chgData name="Jonas Lindström" userId="e2164e0498dd284e" providerId="LiveId" clId="{7A0E95E1-3C7A-43FC-80A2-7D6B146ED67F}" dt="2026-04-22T07:41:05.092" v="1020" actId="1076"/>
          <ac:picMkLst>
            <pc:docMk/>
            <pc:sldMk cId="3192255978" sldId="260"/>
            <ac:picMk id="5" creationId="{1A7E5073-EA28-ED5F-3832-3DEC9C6AFF3C}"/>
          </ac:picMkLst>
        </pc:picChg>
      </pc:sldChg>
      <pc:sldChg chg="addSp modSp new mod">
        <pc:chgData name="Jonas Lindström" userId="e2164e0498dd284e" providerId="LiveId" clId="{7A0E95E1-3C7A-43FC-80A2-7D6B146ED67F}" dt="2026-04-22T07:37:25.371" v="1019" actId="20577"/>
        <pc:sldMkLst>
          <pc:docMk/>
          <pc:sldMk cId="4041843504" sldId="261"/>
        </pc:sldMkLst>
        <pc:spChg chg="mod">
          <ac:chgData name="Jonas Lindström" userId="e2164e0498dd284e" providerId="LiveId" clId="{7A0E95E1-3C7A-43FC-80A2-7D6B146ED67F}" dt="2026-04-21T16:13:21.833" v="253"/>
          <ac:spMkLst>
            <pc:docMk/>
            <pc:sldMk cId="4041843504" sldId="261"/>
            <ac:spMk id="2" creationId="{D0F086F6-F90B-7629-57D3-43E0405B81D4}"/>
          </ac:spMkLst>
        </pc:spChg>
        <pc:spChg chg="mod">
          <ac:chgData name="Jonas Lindström" userId="e2164e0498dd284e" providerId="LiveId" clId="{7A0E95E1-3C7A-43FC-80A2-7D6B146ED67F}" dt="2026-04-22T07:37:25.371" v="1019" actId="20577"/>
          <ac:spMkLst>
            <pc:docMk/>
            <pc:sldMk cId="4041843504" sldId="261"/>
            <ac:spMk id="3" creationId="{E0FE7084-07EF-DDF5-B5B9-964FB7E887B6}"/>
          </ac:spMkLst>
        </pc:spChg>
        <pc:spChg chg="add mod">
          <ac:chgData name="Jonas Lindström" userId="e2164e0498dd284e" providerId="LiveId" clId="{7A0E95E1-3C7A-43FC-80A2-7D6B146ED67F}" dt="2026-04-22T07:31:25.595" v="690" actId="1076"/>
          <ac:spMkLst>
            <pc:docMk/>
            <pc:sldMk cId="4041843504" sldId="261"/>
            <ac:spMk id="4" creationId="{4323BC24-0AD7-6231-FE49-3509435959E4}"/>
          </ac:spMkLst>
        </pc:spChg>
      </pc:sldChg>
      <pc:sldChg chg="modSp new mod">
        <pc:chgData name="Jonas Lindström" userId="e2164e0498dd284e" providerId="LiveId" clId="{7A0E95E1-3C7A-43FC-80A2-7D6B146ED67F}" dt="2026-04-21T16:14:09.113" v="271" actId="27636"/>
        <pc:sldMkLst>
          <pc:docMk/>
          <pc:sldMk cId="37354508" sldId="262"/>
        </pc:sldMkLst>
        <pc:spChg chg="mod">
          <ac:chgData name="Jonas Lindström" userId="e2164e0498dd284e" providerId="LiveId" clId="{7A0E95E1-3C7A-43FC-80A2-7D6B146ED67F}" dt="2026-04-21T16:13:55.427" v="264" actId="122"/>
          <ac:spMkLst>
            <pc:docMk/>
            <pc:sldMk cId="37354508" sldId="262"/>
            <ac:spMk id="2" creationId="{EA936563-CED3-EFCF-2449-9D3F10BB5B66}"/>
          </ac:spMkLst>
        </pc:spChg>
        <pc:spChg chg="mod">
          <ac:chgData name="Jonas Lindström" userId="e2164e0498dd284e" providerId="LiveId" clId="{7A0E95E1-3C7A-43FC-80A2-7D6B146ED67F}" dt="2026-04-21T16:14:09.113" v="271" actId="27636"/>
          <ac:spMkLst>
            <pc:docMk/>
            <pc:sldMk cId="37354508" sldId="262"/>
            <ac:spMk id="3" creationId="{C6752EDE-C581-D3E7-715A-B5697DC5583E}"/>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Rubrikbi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71C71F23-B9E2-AA9E-FDDE-A64386713090}"/>
              </a:ext>
            </a:extLst>
          </p:cNvPr>
          <p:cNvSpPr>
            <a:spLocks noGrp="1"/>
          </p:cNvSpPr>
          <p:nvPr>
            <p:ph type="ctrTitle"/>
          </p:nvPr>
        </p:nvSpPr>
        <p:spPr>
          <a:xfrm>
            <a:off x="1524000" y="1122363"/>
            <a:ext cx="9144000" cy="2387600"/>
          </a:xfrm>
        </p:spPr>
        <p:txBody>
          <a:bodyPr anchor="b"/>
          <a:lstStyle>
            <a:lvl1pPr algn="ctr">
              <a:defRPr sz="6000"/>
            </a:lvl1pPr>
          </a:lstStyle>
          <a:p>
            <a:r>
              <a:rPr lang="sv-SE"/>
              <a:t>Klicka här för att ändra mall för rubrikformat</a:t>
            </a:r>
          </a:p>
        </p:txBody>
      </p:sp>
      <p:sp>
        <p:nvSpPr>
          <p:cNvPr id="3" name="Underrubrik 2">
            <a:extLst>
              <a:ext uri="{FF2B5EF4-FFF2-40B4-BE49-F238E27FC236}">
                <a16:creationId xmlns:a16="http://schemas.microsoft.com/office/drawing/2014/main" id="{D0383B5D-830A-A631-6A87-AB116DE0B82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a:t>Klicka här för att ändra mall för underrubrikformat</a:t>
            </a:r>
          </a:p>
        </p:txBody>
      </p:sp>
      <p:sp>
        <p:nvSpPr>
          <p:cNvPr id="4" name="Platshållare för datum 3">
            <a:extLst>
              <a:ext uri="{FF2B5EF4-FFF2-40B4-BE49-F238E27FC236}">
                <a16:creationId xmlns:a16="http://schemas.microsoft.com/office/drawing/2014/main" id="{2CFE5DB0-02B6-D942-0988-428EE68EB5B6}"/>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3BC60E17-2A37-BFB1-1BEF-AEF019FE3CFC}"/>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A81353D7-6DD2-EBC2-CD1D-45CBA2555BCB}"/>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17163300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Rubrik och innehåll">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1E5F39CF-6F44-B2AE-D5B4-9388EA205F93}"/>
              </a:ext>
            </a:extLst>
          </p:cNvPr>
          <p:cNvSpPr>
            <a:spLocks noGrp="1"/>
          </p:cNvSpPr>
          <p:nvPr>
            <p:ph type="title"/>
          </p:nvPr>
        </p:nvSpPr>
        <p:spPr/>
        <p:txBody>
          <a:bodyPr/>
          <a:lstStyle/>
          <a:p>
            <a:r>
              <a:rPr lang="sv-SE"/>
              <a:t>Klicka här för att ändra mall för rubrikformat</a:t>
            </a:r>
          </a:p>
        </p:txBody>
      </p:sp>
      <p:sp>
        <p:nvSpPr>
          <p:cNvPr id="3" name="Platshållare för innehåll 2">
            <a:extLst>
              <a:ext uri="{FF2B5EF4-FFF2-40B4-BE49-F238E27FC236}">
                <a16:creationId xmlns:a16="http://schemas.microsoft.com/office/drawing/2014/main" id="{79B22F85-6869-D921-042F-D1B20AB0EC8E}"/>
              </a:ext>
            </a:extLst>
          </p:cNvPr>
          <p:cNvSpPr>
            <a:spLocks noGrp="1"/>
          </p:cNvSpPr>
          <p:nvPr>
            <p:ph idx="1"/>
          </p:nvPr>
        </p:nvSpPr>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a:extLst>
              <a:ext uri="{FF2B5EF4-FFF2-40B4-BE49-F238E27FC236}">
                <a16:creationId xmlns:a16="http://schemas.microsoft.com/office/drawing/2014/main" id="{DA0A4F79-5019-6253-6CE4-A4F88612C6AC}"/>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79BFD834-4031-6B02-BE42-5232C10F69E6}"/>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B615FF62-F442-5C3D-E01E-576916D399C5}"/>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2714123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vsnittsrubrik">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FFF0F00D-938E-3AB9-1220-278007DEBBA0}"/>
              </a:ext>
            </a:extLst>
          </p:cNvPr>
          <p:cNvSpPr>
            <a:spLocks noGrp="1"/>
          </p:cNvSpPr>
          <p:nvPr>
            <p:ph type="title"/>
          </p:nvPr>
        </p:nvSpPr>
        <p:spPr>
          <a:xfrm>
            <a:off x="831850" y="1709738"/>
            <a:ext cx="10515600" cy="2852737"/>
          </a:xfrm>
        </p:spPr>
        <p:txBody>
          <a:bodyPr anchor="b"/>
          <a:lstStyle>
            <a:lvl1pPr>
              <a:defRPr sz="6000"/>
            </a:lvl1pPr>
          </a:lstStyle>
          <a:p>
            <a:r>
              <a:rPr lang="sv-SE"/>
              <a:t>Klicka här för att ändra mall för rubrikformat</a:t>
            </a:r>
          </a:p>
        </p:txBody>
      </p:sp>
      <p:sp>
        <p:nvSpPr>
          <p:cNvPr id="3" name="Platshållare för text 2">
            <a:extLst>
              <a:ext uri="{FF2B5EF4-FFF2-40B4-BE49-F238E27FC236}">
                <a16:creationId xmlns:a16="http://schemas.microsoft.com/office/drawing/2014/main" id="{6A74DEE2-3D81-B98E-4118-EF25A57506C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sv-SE"/>
              <a:t>Klicka här för att ändra format på bakgrundstexten</a:t>
            </a:r>
          </a:p>
        </p:txBody>
      </p:sp>
      <p:sp>
        <p:nvSpPr>
          <p:cNvPr id="4" name="Platshållare för datum 3">
            <a:extLst>
              <a:ext uri="{FF2B5EF4-FFF2-40B4-BE49-F238E27FC236}">
                <a16:creationId xmlns:a16="http://schemas.microsoft.com/office/drawing/2014/main" id="{593365A5-DDF8-D5F9-FF9B-EFA017C1E158}"/>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9C485C3A-7AD5-0927-38B7-533EBC05C8AD}"/>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B0208926-649A-D26A-EBE8-F418B2148E25}"/>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12659164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vå delar">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9FEB2788-2F1E-29B5-B6F3-0FDFF06A820A}"/>
              </a:ext>
            </a:extLst>
          </p:cNvPr>
          <p:cNvSpPr>
            <a:spLocks noGrp="1"/>
          </p:cNvSpPr>
          <p:nvPr>
            <p:ph type="title"/>
          </p:nvPr>
        </p:nvSpPr>
        <p:spPr/>
        <p:txBody>
          <a:bodyPr/>
          <a:lstStyle/>
          <a:p>
            <a:r>
              <a:rPr lang="sv-SE"/>
              <a:t>Klicka här för att ändra mall för rubrikformat</a:t>
            </a:r>
          </a:p>
        </p:txBody>
      </p:sp>
      <p:sp>
        <p:nvSpPr>
          <p:cNvPr id="3" name="Platshållare för innehåll 2">
            <a:extLst>
              <a:ext uri="{FF2B5EF4-FFF2-40B4-BE49-F238E27FC236}">
                <a16:creationId xmlns:a16="http://schemas.microsoft.com/office/drawing/2014/main" id="{17EE0F0E-8EE7-A692-5BF2-7C3924A8CE18}"/>
              </a:ext>
            </a:extLst>
          </p:cNvPr>
          <p:cNvSpPr>
            <a:spLocks noGrp="1"/>
          </p:cNvSpPr>
          <p:nvPr>
            <p:ph sz="half" idx="1"/>
          </p:nvPr>
        </p:nvSpPr>
        <p:spPr>
          <a:xfrm>
            <a:off x="838200" y="1825625"/>
            <a:ext cx="5181600" cy="435133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innehåll 3">
            <a:extLst>
              <a:ext uri="{FF2B5EF4-FFF2-40B4-BE49-F238E27FC236}">
                <a16:creationId xmlns:a16="http://schemas.microsoft.com/office/drawing/2014/main" id="{64B3B0C1-9C0F-638D-F671-F8840182138D}"/>
              </a:ext>
            </a:extLst>
          </p:cNvPr>
          <p:cNvSpPr>
            <a:spLocks noGrp="1"/>
          </p:cNvSpPr>
          <p:nvPr>
            <p:ph sz="half" idx="2"/>
          </p:nvPr>
        </p:nvSpPr>
        <p:spPr>
          <a:xfrm>
            <a:off x="6172200" y="1825625"/>
            <a:ext cx="5181600" cy="435133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5" name="Platshållare för datum 4">
            <a:extLst>
              <a:ext uri="{FF2B5EF4-FFF2-40B4-BE49-F238E27FC236}">
                <a16:creationId xmlns:a16="http://schemas.microsoft.com/office/drawing/2014/main" id="{6AC0FFB5-D7CC-EC69-32C8-FF5A9ACD326B}"/>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6" name="Platshållare för sidfot 5">
            <a:extLst>
              <a:ext uri="{FF2B5EF4-FFF2-40B4-BE49-F238E27FC236}">
                <a16:creationId xmlns:a16="http://schemas.microsoft.com/office/drawing/2014/main" id="{AFE842C5-A9A5-7152-860A-FDC5C1706BD6}"/>
              </a:ext>
            </a:extLst>
          </p:cNvPr>
          <p:cNvSpPr>
            <a:spLocks noGrp="1"/>
          </p:cNvSpPr>
          <p:nvPr>
            <p:ph type="ftr" sz="quarter" idx="11"/>
          </p:nvPr>
        </p:nvSpPr>
        <p:spPr/>
        <p:txBody>
          <a:bodyPr/>
          <a:lstStyle/>
          <a:p>
            <a:endParaRPr lang="sv-SE"/>
          </a:p>
        </p:txBody>
      </p:sp>
      <p:sp>
        <p:nvSpPr>
          <p:cNvPr id="7" name="Platshållare för bildnummer 6">
            <a:extLst>
              <a:ext uri="{FF2B5EF4-FFF2-40B4-BE49-F238E27FC236}">
                <a16:creationId xmlns:a16="http://schemas.microsoft.com/office/drawing/2014/main" id="{68E7F72F-92AE-FC3F-CF30-1F88294E9835}"/>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31408669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Jämförels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D6966CB-0717-C88A-EDE0-A57E8C8511FC}"/>
              </a:ext>
            </a:extLst>
          </p:cNvPr>
          <p:cNvSpPr>
            <a:spLocks noGrp="1"/>
          </p:cNvSpPr>
          <p:nvPr>
            <p:ph type="title"/>
          </p:nvPr>
        </p:nvSpPr>
        <p:spPr>
          <a:xfrm>
            <a:off x="839788" y="365125"/>
            <a:ext cx="10515600" cy="1325563"/>
          </a:xfrm>
        </p:spPr>
        <p:txBody>
          <a:bodyPr/>
          <a:lstStyle/>
          <a:p>
            <a:r>
              <a:rPr lang="sv-SE"/>
              <a:t>Klicka här för att ändra mall för rubrikformat</a:t>
            </a:r>
          </a:p>
        </p:txBody>
      </p:sp>
      <p:sp>
        <p:nvSpPr>
          <p:cNvPr id="3" name="Platshållare för text 2">
            <a:extLst>
              <a:ext uri="{FF2B5EF4-FFF2-40B4-BE49-F238E27FC236}">
                <a16:creationId xmlns:a16="http://schemas.microsoft.com/office/drawing/2014/main" id="{25814D09-0B70-B346-4EF0-CFE8215A43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v-SE"/>
              <a:t>Klicka här för att ändra format på bakgrundstexten</a:t>
            </a:r>
          </a:p>
        </p:txBody>
      </p:sp>
      <p:sp>
        <p:nvSpPr>
          <p:cNvPr id="4" name="Platshållare för innehåll 3">
            <a:extLst>
              <a:ext uri="{FF2B5EF4-FFF2-40B4-BE49-F238E27FC236}">
                <a16:creationId xmlns:a16="http://schemas.microsoft.com/office/drawing/2014/main" id="{60337E2E-1F81-0208-15ED-695F3717B14C}"/>
              </a:ext>
            </a:extLst>
          </p:cNvPr>
          <p:cNvSpPr>
            <a:spLocks noGrp="1"/>
          </p:cNvSpPr>
          <p:nvPr>
            <p:ph sz="half" idx="2"/>
          </p:nvPr>
        </p:nvSpPr>
        <p:spPr>
          <a:xfrm>
            <a:off x="839788" y="2505075"/>
            <a:ext cx="5157787" cy="368458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5" name="Platshållare för text 4">
            <a:extLst>
              <a:ext uri="{FF2B5EF4-FFF2-40B4-BE49-F238E27FC236}">
                <a16:creationId xmlns:a16="http://schemas.microsoft.com/office/drawing/2014/main" id="{9966B71D-8093-67B4-F34A-77AA8279F3D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v-SE"/>
              <a:t>Klicka här för att ändra format på bakgrundstexten</a:t>
            </a:r>
          </a:p>
        </p:txBody>
      </p:sp>
      <p:sp>
        <p:nvSpPr>
          <p:cNvPr id="6" name="Platshållare för innehåll 5">
            <a:extLst>
              <a:ext uri="{FF2B5EF4-FFF2-40B4-BE49-F238E27FC236}">
                <a16:creationId xmlns:a16="http://schemas.microsoft.com/office/drawing/2014/main" id="{EDDD4280-F2C8-2326-DCC8-1DB46DBB7090}"/>
              </a:ext>
            </a:extLst>
          </p:cNvPr>
          <p:cNvSpPr>
            <a:spLocks noGrp="1"/>
          </p:cNvSpPr>
          <p:nvPr>
            <p:ph sz="quarter" idx="4"/>
          </p:nvPr>
        </p:nvSpPr>
        <p:spPr>
          <a:xfrm>
            <a:off x="6172200" y="2505075"/>
            <a:ext cx="5183188" cy="368458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7" name="Platshållare för datum 6">
            <a:extLst>
              <a:ext uri="{FF2B5EF4-FFF2-40B4-BE49-F238E27FC236}">
                <a16:creationId xmlns:a16="http://schemas.microsoft.com/office/drawing/2014/main" id="{BE7FACD3-3920-3029-2DDE-66139B7B296E}"/>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8" name="Platshållare för sidfot 7">
            <a:extLst>
              <a:ext uri="{FF2B5EF4-FFF2-40B4-BE49-F238E27FC236}">
                <a16:creationId xmlns:a16="http://schemas.microsoft.com/office/drawing/2014/main" id="{3AA6BB1E-1EEC-98CB-E802-B55B2336E047}"/>
              </a:ext>
            </a:extLst>
          </p:cNvPr>
          <p:cNvSpPr>
            <a:spLocks noGrp="1"/>
          </p:cNvSpPr>
          <p:nvPr>
            <p:ph type="ftr" sz="quarter" idx="11"/>
          </p:nvPr>
        </p:nvSpPr>
        <p:spPr/>
        <p:txBody>
          <a:bodyPr/>
          <a:lstStyle/>
          <a:p>
            <a:endParaRPr lang="sv-SE"/>
          </a:p>
        </p:txBody>
      </p:sp>
      <p:sp>
        <p:nvSpPr>
          <p:cNvPr id="9" name="Platshållare för bildnummer 8">
            <a:extLst>
              <a:ext uri="{FF2B5EF4-FFF2-40B4-BE49-F238E27FC236}">
                <a16:creationId xmlns:a16="http://schemas.microsoft.com/office/drawing/2014/main" id="{8DE768F0-A0D7-1821-24ED-D57FD223B0E4}"/>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939047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Endast rubrik">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7A03DB66-4C65-F69E-E2D3-54E157846C66}"/>
              </a:ext>
            </a:extLst>
          </p:cNvPr>
          <p:cNvSpPr>
            <a:spLocks noGrp="1"/>
          </p:cNvSpPr>
          <p:nvPr>
            <p:ph type="title"/>
          </p:nvPr>
        </p:nvSpPr>
        <p:spPr/>
        <p:txBody>
          <a:bodyPr/>
          <a:lstStyle/>
          <a:p>
            <a:r>
              <a:rPr lang="sv-SE"/>
              <a:t>Klicka här för att ändra mall för rubrikformat</a:t>
            </a:r>
          </a:p>
        </p:txBody>
      </p:sp>
      <p:sp>
        <p:nvSpPr>
          <p:cNvPr id="3" name="Platshållare för datum 2">
            <a:extLst>
              <a:ext uri="{FF2B5EF4-FFF2-40B4-BE49-F238E27FC236}">
                <a16:creationId xmlns:a16="http://schemas.microsoft.com/office/drawing/2014/main" id="{B9B8F448-E9C6-5116-6C07-A9CBD2817513}"/>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4" name="Platshållare för sidfot 3">
            <a:extLst>
              <a:ext uri="{FF2B5EF4-FFF2-40B4-BE49-F238E27FC236}">
                <a16:creationId xmlns:a16="http://schemas.microsoft.com/office/drawing/2014/main" id="{54E31084-4C20-8E37-55CC-76CE5220173F}"/>
              </a:ext>
            </a:extLst>
          </p:cNvPr>
          <p:cNvSpPr>
            <a:spLocks noGrp="1"/>
          </p:cNvSpPr>
          <p:nvPr>
            <p:ph type="ftr" sz="quarter" idx="11"/>
          </p:nvPr>
        </p:nvSpPr>
        <p:spPr/>
        <p:txBody>
          <a:bodyPr/>
          <a:lstStyle/>
          <a:p>
            <a:endParaRPr lang="sv-SE"/>
          </a:p>
        </p:txBody>
      </p:sp>
      <p:sp>
        <p:nvSpPr>
          <p:cNvPr id="5" name="Platshållare för bildnummer 4">
            <a:extLst>
              <a:ext uri="{FF2B5EF4-FFF2-40B4-BE49-F238E27FC236}">
                <a16:creationId xmlns:a16="http://schemas.microsoft.com/office/drawing/2014/main" id="{6C4839C9-ACA1-F5AF-0245-F5F07B645560}"/>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9221442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om">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DDCD2EFB-2B98-6147-9B45-E0157E164883}"/>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3" name="Platshållare för sidfot 2">
            <a:extLst>
              <a:ext uri="{FF2B5EF4-FFF2-40B4-BE49-F238E27FC236}">
                <a16:creationId xmlns:a16="http://schemas.microsoft.com/office/drawing/2014/main" id="{87CC3124-3312-105E-0D1D-A9B898BD2BC9}"/>
              </a:ext>
            </a:extLst>
          </p:cNvPr>
          <p:cNvSpPr>
            <a:spLocks noGrp="1"/>
          </p:cNvSpPr>
          <p:nvPr>
            <p:ph type="ftr" sz="quarter" idx="11"/>
          </p:nvPr>
        </p:nvSpPr>
        <p:spPr/>
        <p:txBody>
          <a:bodyPr/>
          <a:lstStyle/>
          <a:p>
            <a:endParaRPr lang="sv-SE"/>
          </a:p>
        </p:txBody>
      </p:sp>
      <p:sp>
        <p:nvSpPr>
          <p:cNvPr id="4" name="Platshållare för bildnummer 3">
            <a:extLst>
              <a:ext uri="{FF2B5EF4-FFF2-40B4-BE49-F238E27FC236}">
                <a16:creationId xmlns:a16="http://schemas.microsoft.com/office/drawing/2014/main" id="{32D91273-7578-E15D-FEE2-653D0E93957E}"/>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5244475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ext med bild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159FD23C-EB68-44DA-C221-0C3BEFE43BD1}"/>
              </a:ext>
            </a:extLst>
          </p:cNvPr>
          <p:cNvSpPr>
            <a:spLocks noGrp="1"/>
          </p:cNvSpPr>
          <p:nvPr>
            <p:ph type="title"/>
          </p:nvPr>
        </p:nvSpPr>
        <p:spPr>
          <a:xfrm>
            <a:off x="839788" y="457200"/>
            <a:ext cx="3932237" cy="1600200"/>
          </a:xfrm>
        </p:spPr>
        <p:txBody>
          <a:bodyPr anchor="b"/>
          <a:lstStyle>
            <a:lvl1pPr>
              <a:defRPr sz="3200"/>
            </a:lvl1pPr>
          </a:lstStyle>
          <a:p>
            <a:r>
              <a:rPr lang="sv-SE"/>
              <a:t>Klicka här för att ändra mall för rubrikformat</a:t>
            </a:r>
          </a:p>
        </p:txBody>
      </p:sp>
      <p:sp>
        <p:nvSpPr>
          <p:cNvPr id="3" name="Platshållare för innehåll 2">
            <a:extLst>
              <a:ext uri="{FF2B5EF4-FFF2-40B4-BE49-F238E27FC236}">
                <a16:creationId xmlns:a16="http://schemas.microsoft.com/office/drawing/2014/main" id="{66EE4DCC-DFC2-100B-972C-5C01DE2B02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text 3">
            <a:extLst>
              <a:ext uri="{FF2B5EF4-FFF2-40B4-BE49-F238E27FC236}">
                <a16:creationId xmlns:a16="http://schemas.microsoft.com/office/drawing/2014/main" id="{0236FB5B-2433-339F-2F90-C1948FD475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v-SE"/>
              <a:t>Klicka här för att ändra format på bakgrundstexten</a:t>
            </a:r>
          </a:p>
        </p:txBody>
      </p:sp>
      <p:sp>
        <p:nvSpPr>
          <p:cNvPr id="5" name="Platshållare för datum 4">
            <a:extLst>
              <a:ext uri="{FF2B5EF4-FFF2-40B4-BE49-F238E27FC236}">
                <a16:creationId xmlns:a16="http://schemas.microsoft.com/office/drawing/2014/main" id="{E86ED90B-887F-0BF8-8D6A-D55EE5300FA8}"/>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6" name="Platshållare för sidfot 5">
            <a:extLst>
              <a:ext uri="{FF2B5EF4-FFF2-40B4-BE49-F238E27FC236}">
                <a16:creationId xmlns:a16="http://schemas.microsoft.com/office/drawing/2014/main" id="{3F47794D-4EC6-C993-E3CC-94EA931910C9}"/>
              </a:ext>
            </a:extLst>
          </p:cNvPr>
          <p:cNvSpPr>
            <a:spLocks noGrp="1"/>
          </p:cNvSpPr>
          <p:nvPr>
            <p:ph type="ftr" sz="quarter" idx="11"/>
          </p:nvPr>
        </p:nvSpPr>
        <p:spPr/>
        <p:txBody>
          <a:bodyPr/>
          <a:lstStyle/>
          <a:p>
            <a:endParaRPr lang="sv-SE"/>
          </a:p>
        </p:txBody>
      </p:sp>
      <p:sp>
        <p:nvSpPr>
          <p:cNvPr id="7" name="Platshållare för bildnummer 6">
            <a:extLst>
              <a:ext uri="{FF2B5EF4-FFF2-40B4-BE49-F238E27FC236}">
                <a16:creationId xmlns:a16="http://schemas.microsoft.com/office/drawing/2014/main" id="{FADC79ED-2203-B1D2-FDAA-9E80EFD52ADA}"/>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23755142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ed bild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5B01E099-AED0-EC35-B427-374C7A6A920B}"/>
              </a:ext>
            </a:extLst>
          </p:cNvPr>
          <p:cNvSpPr>
            <a:spLocks noGrp="1"/>
          </p:cNvSpPr>
          <p:nvPr>
            <p:ph type="title"/>
          </p:nvPr>
        </p:nvSpPr>
        <p:spPr>
          <a:xfrm>
            <a:off x="839788" y="457200"/>
            <a:ext cx="3932237" cy="1600200"/>
          </a:xfrm>
        </p:spPr>
        <p:txBody>
          <a:bodyPr anchor="b"/>
          <a:lstStyle>
            <a:lvl1pPr>
              <a:defRPr sz="3200"/>
            </a:lvl1pPr>
          </a:lstStyle>
          <a:p>
            <a:r>
              <a:rPr lang="sv-SE"/>
              <a:t>Klicka här för att ändra mall för rubrikformat</a:t>
            </a:r>
          </a:p>
        </p:txBody>
      </p:sp>
      <p:sp>
        <p:nvSpPr>
          <p:cNvPr id="3" name="Platshållare för bild 2">
            <a:extLst>
              <a:ext uri="{FF2B5EF4-FFF2-40B4-BE49-F238E27FC236}">
                <a16:creationId xmlns:a16="http://schemas.microsoft.com/office/drawing/2014/main" id="{AB5AE211-E3BC-F699-1F7B-7ED6398B343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Platshållare för text 3">
            <a:extLst>
              <a:ext uri="{FF2B5EF4-FFF2-40B4-BE49-F238E27FC236}">
                <a16:creationId xmlns:a16="http://schemas.microsoft.com/office/drawing/2014/main" id="{7C05F287-4687-AFB0-496B-3A668AFA52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v-SE"/>
              <a:t>Klicka här för att ändra format på bakgrundstexten</a:t>
            </a:r>
          </a:p>
        </p:txBody>
      </p:sp>
      <p:sp>
        <p:nvSpPr>
          <p:cNvPr id="5" name="Platshållare för datum 4">
            <a:extLst>
              <a:ext uri="{FF2B5EF4-FFF2-40B4-BE49-F238E27FC236}">
                <a16:creationId xmlns:a16="http://schemas.microsoft.com/office/drawing/2014/main" id="{C01EED59-DAB2-DA86-4CB0-1FAD5E07085E}"/>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6" name="Platshållare för sidfot 5">
            <a:extLst>
              <a:ext uri="{FF2B5EF4-FFF2-40B4-BE49-F238E27FC236}">
                <a16:creationId xmlns:a16="http://schemas.microsoft.com/office/drawing/2014/main" id="{4143A03B-3453-BD0A-B48C-7C7D0DA50C89}"/>
              </a:ext>
            </a:extLst>
          </p:cNvPr>
          <p:cNvSpPr>
            <a:spLocks noGrp="1"/>
          </p:cNvSpPr>
          <p:nvPr>
            <p:ph type="ftr" sz="quarter" idx="11"/>
          </p:nvPr>
        </p:nvSpPr>
        <p:spPr/>
        <p:txBody>
          <a:bodyPr/>
          <a:lstStyle/>
          <a:p>
            <a:endParaRPr lang="sv-SE"/>
          </a:p>
        </p:txBody>
      </p:sp>
      <p:sp>
        <p:nvSpPr>
          <p:cNvPr id="7" name="Platshållare för bildnummer 6">
            <a:extLst>
              <a:ext uri="{FF2B5EF4-FFF2-40B4-BE49-F238E27FC236}">
                <a16:creationId xmlns:a16="http://schemas.microsoft.com/office/drawing/2014/main" id="{26F57AB0-C46C-978F-3B71-424FC0A3D27A}"/>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33806617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Rubrik och lodrät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FA8B5344-293C-B661-ED3B-B051464D2586}"/>
              </a:ext>
            </a:extLst>
          </p:cNvPr>
          <p:cNvSpPr>
            <a:spLocks noGrp="1"/>
          </p:cNvSpPr>
          <p:nvPr>
            <p:ph type="title"/>
          </p:nvPr>
        </p:nvSpPr>
        <p:spPr/>
        <p:txBody>
          <a:bodyPr/>
          <a:lstStyle/>
          <a:p>
            <a:r>
              <a:rPr lang="sv-SE"/>
              <a:t>Klicka här för att ändra mall för rubrikformat</a:t>
            </a:r>
          </a:p>
        </p:txBody>
      </p:sp>
      <p:sp>
        <p:nvSpPr>
          <p:cNvPr id="3" name="Platshållare för lodrät text 2">
            <a:extLst>
              <a:ext uri="{FF2B5EF4-FFF2-40B4-BE49-F238E27FC236}">
                <a16:creationId xmlns:a16="http://schemas.microsoft.com/office/drawing/2014/main" id="{FEA3F00C-2590-FF2E-868A-6F3E79499B9E}"/>
              </a:ext>
            </a:extLst>
          </p:cNvPr>
          <p:cNvSpPr>
            <a:spLocks noGrp="1"/>
          </p:cNvSpPr>
          <p:nvPr>
            <p:ph type="body" orient="vert" idx="1"/>
          </p:nvPr>
        </p:nvSpPr>
        <p:spPr/>
        <p:txBody>
          <a:bodyPr vert="eaVert"/>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a:extLst>
              <a:ext uri="{FF2B5EF4-FFF2-40B4-BE49-F238E27FC236}">
                <a16:creationId xmlns:a16="http://schemas.microsoft.com/office/drawing/2014/main" id="{98EF6CD6-8244-35C9-76BD-99934BEABFC9}"/>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AAFF4E8B-21A6-AFE5-DEA6-A10ECD955A14}"/>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5EC8C6DD-67EF-22EF-8A0C-5D5444A6489B}"/>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39559238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Lodrät rubrik och text">
    <p:spTree>
      <p:nvGrpSpPr>
        <p:cNvPr id="1" name=""/>
        <p:cNvGrpSpPr/>
        <p:nvPr/>
      </p:nvGrpSpPr>
      <p:grpSpPr>
        <a:xfrm>
          <a:off x="0" y="0"/>
          <a:ext cx="0" cy="0"/>
          <a:chOff x="0" y="0"/>
          <a:chExt cx="0" cy="0"/>
        </a:xfrm>
      </p:grpSpPr>
      <p:sp>
        <p:nvSpPr>
          <p:cNvPr id="2" name="Lodrät rubrik 1">
            <a:extLst>
              <a:ext uri="{FF2B5EF4-FFF2-40B4-BE49-F238E27FC236}">
                <a16:creationId xmlns:a16="http://schemas.microsoft.com/office/drawing/2014/main" id="{391B9E8A-3BF7-DD5B-1DFF-541625C449B5}"/>
              </a:ext>
            </a:extLst>
          </p:cNvPr>
          <p:cNvSpPr>
            <a:spLocks noGrp="1"/>
          </p:cNvSpPr>
          <p:nvPr>
            <p:ph type="title" orient="vert"/>
          </p:nvPr>
        </p:nvSpPr>
        <p:spPr>
          <a:xfrm>
            <a:off x="8724900" y="365125"/>
            <a:ext cx="2628900" cy="5811838"/>
          </a:xfrm>
        </p:spPr>
        <p:txBody>
          <a:bodyPr vert="eaVert"/>
          <a:lstStyle/>
          <a:p>
            <a:r>
              <a:rPr lang="sv-SE"/>
              <a:t>Klicka här för att ändra mall för rubrikformat</a:t>
            </a:r>
          </a:p>
        </p:txBody>
      </p:sp>
      <p:sp>
        <p:nvSpPr>
          <p:cNvPr id="3" name="Platshållare för lodrät text 2">
            <a:extLst>
              <a:ext uri="{FF2B5EF4-FFF2-40B4-BE49-F238E27FC236}">
                <a16:creationId xmlns:a16="http://schemas.microsoft.com/office/drawing/2014/main" id="{B3DC4081-7B32-F21E-F988-5891D4BCC6F0}"/>
              </a:ext>
            </a:extLst>
          </p:cNvPr>
          <p:cNvSpPr>
            <a:spLocks noGrp="1"/>
          </p:cNvSpPr>
          <p:nvPr>
            <p:ph type="body" orient="vert" idx="1"/>
          </p:nvPr>
        </p:nvSpPr>
        <p:spPr>
          <a:xfrm>
            <a:off x="838200" y="365125"/>
            <a:ext cx="7734300" cy="5811838"/>
          </a:xfrm>
        </p:spPr>
        <p:txBody>
          <a:bodyPr vert="eaVert"/>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a:extLst>
              <a:ext uri="{FF2B5EF4-FFF2-40B4-BE49-F238E27FC236}">
                <a16:creationId xmlns:a16="http://schemas.microsoft.com/office/drawing/2014/main" id="{5CD69F25-A8A8-7B9E-A0F6-123AD7CCABDF}"/>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F8AA6716-1E10-96A7-94E5-AA338038D564}"/>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3132D9E9-BC7A-418C-81D2-F910BB8CA274}"/>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38255391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C1EFDF75-B76D-61C7-B5AF-4D1F53C108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sv-SE"/>
              <a:t>Klicka här för att ändra mall för rubrikformat</a:t>
            </a:r>
          </a:p>
        </p:txBody>
      </p:sp>
      <p:sp>
        <p:nvSpPr>
          <p:cNvPr id="3" name="Platshållare för text 2">
            <a:extLst>
              <a:ext uri="{FF2B5EF4-FFF2-40B4-BE49-F238E27FC236}">
                <a16:creationId xmlns:a16="http://schemas.microsoft.com/office/drawing/2014/main" id="{9D4EBB8E-1571-D76F-ABD2-D380F774526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a:extLst>
              <a:ext uri="{FF2B5EF4-FFF2-40B4-BE49-F238E27FC236}">
                <a16:creationId xmlns:a16="http://schemas.microsoft.com/office/drawing/2014/main" id="{5B57D68F-E6A6-623A-1C99-526DD47F936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4670DD1C-4147-6A8D-DE05-7F5A47DD2B7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Platshållare för bildnummer 5">
            <a:extLst>
              <a:ext uri="{FF2B5EF4-FFF2-40B4-BE49-F238E27FC236}">
                <a16:creationId xmlns:a16="http://schemas.microsoft.com/office/drawing/2014/main" id="{5E7CB65F-77FE-FA80-9E5F-B6E1D497C7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420BAA-FCD9-4CC5-BDF4-FC30FFCC0C12}" type="slidenum">
              <a:rPr lang="sv-SE" smtClean="0"/>
              <a:t>‹#›</a:t>
            </a:fld>
            <a:endParaRPr lang="sv-SE"/>
          </a:p>
        </p:txBody>
      </p:sp>
    </p:spTree>
    <p:extLst>
      <p:ext uri="{BB962C8B-B14F-4D97-AF65-F5344CB8AC3E}">
        <p14:creationId xmlns:p14="http://schemas.microsoft.com/office/powerpoint/2010/main" val="38546451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1BAC2DB2-902E-FF99-F330-B294AC624440}"/>
              </a:ext>
            </a:extLst>
          </p:cNvPr>
          <p:cNvSpPr>
            <a:spLocks noGrp="1"/>
          </p:cNvSpPr>
          <p:nvPr>
            <p:ph type="ctrTitle"/>
          </p:nvPr>
        </p:nvSpPr>
        <p:spPr>
          <a:xfrm>
            <a:off x="1524000" y="354013"/>
            <a:ext cx="9144000" cy="1055687"/>
          </a:xfrm>
        </p:spPr>
        <p:txBody>
          <a:bodyPr>
            <a:normAutofit fontScale="90000"/>
          </a:bodyPr>
          <a:lstStyle/>
          <a:p>
            <a:r>
              <a:rPr lang="sv-SE" dirty="0"/>
              <a:t>E-handelsdataanalys i R</a:t>
            </a:r>
            <a:br>
              <a:rPr lang="sv-SE" dirty="0"/>
            </a:br>
            <a:r>
              <a:rPr lang="sv-SE" sz="2200" dirty="0" err="1"/>
              <a:t>Bilal</a:t>
            </a:r>
            <a:r>
              <a:rPr lang="sv-SE" sz="2200" dirty="0"/>
              <a:t>, Elias, Jack, Tobias och Jonas</a:t>
            </a:r>
          </a:p>
        </p:txBody>
      </p:sp>
      <p:sp>
        <p:nvSpPr>
          <p:cNvPr id="3" name="Underrubrik 2">
            <a:extLst>
              <a:ext uri="{FF2B5EF4-FFF2-40B4-BE49-F238E27FC236}">
                <a16:creationId xmlns:a16="http://schemas.microsoft.com/office/drawing/2014/main" id="{CC3A427F-9ABE-633D-1611-DC98EA321951}"/>
              </a:ext>
            </a:extLst>
          </p:cNvPr>
          <p:cNvSpPr>
            <a:spLocks noGrp="1"/>
          </p:cNvSpPr>
          <p:nvPr>
            <p:ph type="subTitle" idx="1"/>
          </p:nvPr>
        </p:nvSpPr>
        <p:spPr>
          <a:xfrm>
            <a:off x="1524000" y="2095500"/>
            <a:ext cx="9144000" cy="2146300"/>
          </a:xfrm>
        </p:spPr>
        <p:txBody>
          <a:bodyPr>
            <a:normAutofit/>
          </a:bodyPr>
          <a:lstStyle/>
          <a:p>
            <a:r>
              <a:rPr lang="sv-SE" dirty="0"/>
              <a:t>Syftet med arbetet var att analysera företagets orderdata för att få en bättre förståelse för försäljning, returer, kundbeteenden och betalningsmetoder. Målet var att använda data som underlag för beslut och att hitta mönster i vilka produktkategorier som driver mest försäljning, vilka betalningsmetoder som genererar mest försäljning och trafik.</a:t>
            </a:r>
          </a:p>
        </p:txBody>
      </p:sp>
      <p:sp>
        <p:nvSpPr>
          <p:cNvPr id="4" name="Underrubrik 2">
            <a:extLst>
              <a:ext uri="{FF2B5EF4-FFF2-40B4-BE49-F238E27FC236}">
                <a16:creationId xmlns:a16="http://schemas.microsoft.com/office/drawing/2014/main" id="{5E25A7B1-648F-936A-7CD6-4565EA6AB0EE}"/>
              </a:ext>
            </a:extLst>
          </p:cNvPr>
          <p:cNvSpPr txBox="1">
            <a:spLocks/>
          </p:cNvSpPr>
          <p:nvPr/>
        </p:nvSpPr>
        <p:spPr>
          <a:xfrm>
            <a:off x="1524000" y="4762500"/>
            <a:ext cx="9144000" cy="2146300"/>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sv-SE" dirty="0"/>
              <a:t>Valda frågeställningar</a:t>
            </a:r>
          </a:p>
          <a:p>
            <a:r>
              <a:rPr lang="sv-SE" sz="2000" dirty="0"/>
              <a:t>Vilka produktkategorier verkar driva högst försäljning?</a:t>
            </a:r>
          </a:p>
          <a:p>
            <a:r>
              <a:rPr lang="sv-SE" sz="2000" dirty="0"/>
              <a:t>Hur skiljer sig returgrad mellan olika kategorier?</a:t>
            </a:r>
          </a:p>
          <a:p>
            <a:r>
              <a:rPr lang="sv-SE" sz="2000" dirty="0"/>
              <a:t>Betalningsmetod mot total intäkt och antal köp för att se fall om det finns en korrelation?</a:t>
            </a:r>
          </a:p>
        </p:txBody>
      </p:sp>
    </p:spTree>
    <p:extLst>
      <p:ext uri="{BB962C8B-B14F-4D97-AF65-F5344CB8AC3E}">
        <p14:creationId xmlns:p14="http://schemas.microsoft.com/office/powerpoint/2010/main" val="39534516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C026C994-65FF-9732-77A1-B649D53AB6E7}"/>
              </a:ext>
            </a:extLst>
          </p:cNvPr>
          <p:cNvSpPr>
            <a:spLocks noGrp="1"/>
          </p:cNvSpPr>
          <p:nvPr>
            <p:ph type="title"/>
          </p:nvPr>
        </p:nvSpPr>
        <p:spPr/>
        <p:txBody>
          <a:bodyPr/>
          <a:lstStyle/>
          <a:p>
            <a:pPr algn="ctr"/>
            <a:r>
              <a:rPr lang="sv-SE" dirty="0"/>
              <a:t>Metod och Dataförståelse</a:t>
            </a:r>
          </a:p>
        </p:txBody>
      </p:sp>
      <p:sp>
        <p:nvSpPr>
          <p:cNvPr id="3" name="Platshållare för innehåll 2">
            <a:extLst>
              <a:ext uri="{FF2B5EF4-FFF2-40B4-BE49-F238E27FC236}">
                <a16:creationId xmlns:a16="http://schemas.microsoft.com/office/drawing/2014/main" id="{9ABC6592-74ED-85EB-720C-A2454EDC6F85}"/>
              </a:ext>
            </a:extLst>
          </p:cNvPr>
          <p:cNvSpPr>
            <a:spLocks noGrp="1"/>
          </p:cNvSpPr>
          <p:nvPr>
            <p:ph idx="1"/>
          </p:nvPr>
        </p:nvSpPr>
        <p:spPr>
          <a:xfrm>
            <a:off x="838200" y="1739901"/>
            <a:ext cx="10515600" cy="4406900"/>
          </a:xfrm>
        </p:spPr>
        <p:txBody>
          <a:bodyPr>
            <a:normAutofit fontScale="92500" lnSpcReduction="20000"/>
          </a:bodyPr>
          <a:lstStyle/>
          <a:p>
            <a:r>
              <a:rPr lang="sv-SE" dirty="0"/>
              <a:t>1000 </a:t>
            </a:r>
            <a:r>
              <a:rPr lang="sv-SE" dirty="0" err="1"/>
              <a:t>ordrar</a:t>
            </a:r>
            <a:endParaRPr lang="sv-SE" dirty="0"/>
          </a:p>
          <a:p>
            <a:r>
              <a:rPr lang="sv-SE" dirty="0"/>
              <a:t>16 variabler</a:t>
            </a:r>
          </a:p>
          <a:p>
            <a:r>
              <a:rPr lang="sv-SE" dirty="0"/>
              <a:t>Hantering av saknade värden (NA)</a:t>
            </a:r>
          </a:p>
          <a:p>
            <a:r>
              <a:rPr lang="sv-SE" dirty="0"/>
              <a:t>Trim på </a:t>
            </a:r>
            <a:r>
              <a:rPr lang="sv-SE" dirty="0" err="1"/>
              <a:t>lowercasevärden</a:t>
            </a:r>
            <a:endParaRPr lang="sv-SE" dirty="0"/>
          </a:p>
          <a:p>
            <a:r>
              <a:rPr lang="sv-SE" dirty="0"/>
              <a:t>Ersatta saknade värden</a:t>
            </a:r>
            <a:br>
              <a:rPr lang="sv-SE" dirty="0"/>
            </a:br>
            <a:r>
              <a:rPr lang="sv-SE" dirty="0"/>
              <a:t>- city, </a:t>
            </a:r>
            <a:r>
              <a:rPr lang="sv-SE" dirty="0" err="1"/>
              <a:t>payment_method</a:t>
            </a:r>
            <a:r>
              <a:rPr lang="sv-SE" dirty="0"/>
              <a:t>, </a:t>
            </a:r>
            <a:r>
              <a:rPr lang="sv-SE" dirty="0" err="1"/>
              <a:t>campaign_source</a:t>
            </a:r>
            <a:r>
              <a:rPr lang="sv-SE" dirty="0"/>
              <a:t> -&gt; </a:t>
            </a:r>
            <a:r>
              <a:rPr lang="sv-SE" dirty="0" err="1"/>
              <a:t>Unknown</a:t>
            </a:r>
            <a:br>
              <a:rPr lang="sv-SE" dirty="0"/>
            </a:br>
            <a:r>
              <a:rPr lang="sv-SE" dirty="0"/>
              <a:t>- </a:t>
            </a:r>
            <a:r>
              <a:rPr lang="sv-SE" dirty="0" err="1"/>
              <a:t>discount_pct</a:t>
            </a:r>
            <a:r>
              <a:rPr lang="sv-SE" dirty="0"/>
              <a:t> och </a:t>
            </a:r>
            <a:r>
              <a:rPr lang="sv-SE" dirty="0" err="1"/>
              <a:t>shipment_days</a:t>
            </a:r>
            <a:r>
              <a:rPr lang="sv-SE" dirty="0"/>
              <a:t> -&gt; median</a:t>
            </a:r>
          </a:p>
          <a:p>
            <a:r>
              <a:rPr lang="sv-SE" dirty="0"/>
              <a:t>Nya features som</a:t>
            </a:r>
            <a:br>
              <a:rPr lang="sv-SE" dirty="0"/>
            </a:br>
            <a:r>
              <a:rPr lang="sv-SE" dirty="0"/>
              <a:t>- </a:t>
            </a:r>
            <a:r>
              <a:rPr lang="sv-SE" dirty="0" err="1"/>
              <a:t>get_top_selling_categories</a:t>
            </a:r>
            <a:r>
              <a:rPr lang="sv-SE" dirty="0"/>
              <a:t>, </a:t>
            </a:r>
            <a:r>
              <a:rPr lang="sv-SE" dirty="0" err="1"/>
              <a:t>get_top_selling_subcategories</a:t>
            </a:r>
            <a:r>
              <a:rPr lang="sv-SE" dirty="0"/>
              <a:t> och </a:t>
            </a:r>
            <a:r>
              <a:rPr lang="en-US" dirty="0" err="1"/>
              <a:t>analyze_product_subcategory_vs_returns</a:t>
            </a:r>
            <a:r>
              <a:rPr lang="en-US" dirty="0"/>
              <a:t> och </a:t>
            </a:r>
            <a:r>
              <a:rPr lang="en-US" dirty="0" err="1"/>
              <a:t>analyze_unit_price_by_payment_method</a:t>
            </a:r>
            <a:endParaRPr lang="sv-SE" dirty="0"/>
          </a:p>
          <a:p>
            <a:pPr marL="0" indent="0">
              <a:buNone/>
            </a:pPr>
            <a:r>
              <a:rPr lang="sv-SE" dirty="0"/>
              <a:t>	</a:t>
            </a:r>
          </a:p>
        </p:txBody>
      </p:sp>
    </p:spTree>
    <p:extLst>
      <p:ext uri="{BB962C8B-B14F-4D97-AF65-F5344CB8AC3E}">
        <p14:creationId xmlns:p14="http://schemas.microsoft.com/office/powerpoint/2010/main" val="28598580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5DFAE203-21A2-A7C4-CCF8-A3B2BEA3D490}"/>
              </a:ext>
            </a:extLst>
          </p:cNvPr>
          <p:cNvSpPr>
            <a:spLocks noGrp="1"/>
          </p:cNvSpPr>
          <p:nvPr>
            <p:ph type="title"/>
          </p:nvPr>
        </p:nvSpPr>
        <p:spPr/>
        <p:txBody>
          <a:bodyPr>
            <a:normAutofit fontScale="90000"/>
          </a:bodyPr>
          <a:lstStyle/>
          <a:p>
            <a:pPr algn="ctr"/>
            <a:r>
              <a:rPr lang="sv-SE" sz="4000" dirty="0"/>
              <a:t>Vilka produktkategorier verkar driva högst försäljning?</a:t>
            </a:r>
            <a:br>
              <a:rPr lang="sv-SE" dirty="0"/>
            </a:br>
            <a:endParaRPr lang="sv-SE" dirty="0"/>
          </a:p>
        </p:txBody>
      </p:sp>
      <p:pic>
        <p:nvPicPr>
          <p:cNvPr id="5" name="Platshållare för innehåll 4">
            <a:extLst>
              <a:ext uri="{FF2B5EF4-FFF2-40B4-BE49-F238E27FC236}">
                <a16:creationId xmlns:a16="http://schemas.microsoft.com/office/drawing/2014/main" id="{135F435D-08C7-58B7-7FC5-6EE5569C35B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824492" y="1077713"/>
            <a:ext cx="6650592" cy="4351338"/>
          </a:xfrm>
          <a:prstGeom prst="rect">
            <a:avLst/>
          </a:prstGeom>
        </p:spPr>
      </p:pic>
      <p:pic>
        <p:nvPicPr>
          <p:cNvPr id="4" name="Bildobjekt 3">
            <a:extLst>
              <a:ext uri="{FF2B5EF4-FFF2-40B4-BE49-F238E27FC236}">
                <a16:creationId xmlns:a16="http://schemas.microsoft.com/office/drawing/2014/main" id="{766AD128-63E8-4787-9A55-DD4C98606A35}"/>
              </a:ext>
            </a:extLst>
          </p:cNvPr>
          <p:cNvPicPr>
            <a:picLocks noChangeAspect="1"/>
          </p:cNvPicPr>
          <p:nvPr/>
        </p:nvPicPr>
        <p:blipFill>
          <a:blip r:embed="rId3"/>
          <a:stretch>
            <a:fillRect/>
          </a:stretch>
        </p:blipFill>
        <p:spPr>
          <a:xfrm>
            <a:off x="2540687" y="5429051"/>
            <a:ext cx="7554379" cy="1428949"/>
          </a:xfrm>
          <a:prstGeom prst="rect">
            <a:avLst/>
          </a:prstGeom>
        </p:spPr>
      </p:pic>
    </p:spTree>
    <p:extLst>
      <p:ext uri="{BB962C8B-B14F-4D97-AF65-F5344CB8AC3E}">
        <p14:creationId xmlns:p14="http://schemas.microsoft.com/office/powerpoint/2010/main" val="4928623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5F897E7-D893-BC62-EE7D-1487DB9FBCFA}"/>
              </a:ext>
            </a:extLst>
          </p:cNvPr>
          <p:cNvSpPr>
            <a:spLocks noGrp="1"/>
          </p:cNvSpPr>
          <p:nvPr>
            <p:ph type="title"/>
          </p:nvPr>
        </p:nvSpPr>
        <p:spPr/>
        <p:txBody>
          <a:bodyPr>
            <a:normAutofit/>
          </a:bodyPr>
          <a:lstStyle/>
          <a:p>
            <a:pPr algn="ctr"/>
            <a:r>
              <a:rPr lang="sv-SE" sz="3600" dirty="0"/>
              <a:t>Hur skiljer sig returgrad mellan olika kategorier?</a:t>
            </a:r>
          </a:p>
        </p:txBody>
      </p:sp>
      <p:pic>
        <p:nvPicPr>
          <p:cNvPr id="9" name="Platshållare för innehåll 8">
            <a:extLst>
              <a:ext uri="{FF2B5EF4-FFF2-40B4-BE49-F238E27FC236}">
                <a16:creationId xmlns:a16="http://schemas.microsoft.com/office/drawing/2014/main" id="{6B5F6972-28A2-BCF9-D171-6E4C8E4DC80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770704" y="1825625"/>
            <a:ext cx="6650592" cy="4351338"/>
          </a:xfrm>
          <a:prstGeom prst="rect">
            <a:avLst/>
          </a:prstGeom>
        </p:spPr>
      </p:pic>
    </p:spTree>
    <p:extLst>
      <p:ext uri="{BB962C8B-B14F-4D97-AF65-F5344CB8AC3E}">
        <p14:creationId xmlns:p14="http://schemas.microsoft.com/office/powerpoint/2010/main" val="3008716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AF503445-BA83-9218-D0A2-57B271D6224E}"/>
              </a:ext>
            </a:extLst>
          </p:cNvPr>
          <p:cNvSpPr>
            <a:spLocks noGrp="1"/>
          </p:cNvSpPr>
          <p:nvPr>
            <p:ph type="title"/>
          </p:nvPr>
        </p:nvSpPr>
        <p:spPr/>
        <p:txBody>
          <a:bodyPr>
            <a:normAutofit fontScale="90000"/>
          </a:bodyPr>
          <a:lstStyle/>
          <a:p>
            <a:pPr algn="ctr"/>
            <a:r>
              <a:rPr lang="sv-SE" sz="4000" dirty="0"/>
              <a:t>Betalningsmetod mot total intäkt och antal köp för att se fall om det finns en korrelation?</a:t>
            </a:r>
            <a:br>
              <a:rPr lang="sv-SE" dirty="0"/>
            </a:br>
            <a:endParaRPr lang="sv-SE" dirty="0"/>
          </a:p>
        </p:txBody>
      </p:sp>
      <p:pic>
        <p:nvPicPr>
          <p:cNvPr id="5" name="Platshållare för innehåll 4">
            <a:extLst>
              <a:ext uri="{FF2B5EF4-FFF2-40B4-BE49-F238E27FC236}">
                <a16:creationId xmlns:a16="http://schemas.microsoft.com/office/drawing/2014/main" id="{1A7E5073-EA28-ED5F-3832-3DEC9C6AFF3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49117" y="1984375"/>
            <a:ext cx="6650592" cy="4351338"/>
          </a:xfrm>
          <a:prstGeom prst="rect">
            <a:avLst/>
          </a:prstGeom>
        </p:spPr>
      </p:pic>
      <p:pic>
        <p:nvPicPr>
          <p:cNvPr id="4" name="Bildobjekt 3">
            <a:extLst>
              <a:ext uri="{FF2B5EF4-FFF2-40B4-BE49-F238E27FC236}">
                <a16:creationId xmlns:a16="http://schemas.microsoft.com/office/drawing/2014/main" id="{4087E303-6F7C-EB9B-DA6F-6AED49E501D8}"/>
              </a:ext>
            </a:extLst>
          </p:cNvPr>
          <p:cNvPicPr>
            <a:picLocks noChangeAspect="1"/>
          </p:cNvPicPr>
          <p:nvPr/>
        </p:nvPicPr>
        <p:blipFill>
          <a:blip r:embed="rId3"/>
          <a:stretch>
            <a:fillRect/>
          </a:stretch>
        </p:blipFill>
        <p:spPr>
          <a:xfrm>
            <a:off x="8510626" y="1609890"/>
            <a:ext cx="3467584" cy="1648055"/>
          </a:xfrm>
          <a:prstGeom prst="rect">
            <a:avLst/>
          </a:prstGeom>
        </p:spPr>
      </p:pic>
    </p:spTree>
    <p:extLst>
      <p:ext uri="{BB962C8B-B14F-4D97-AF65-F5344CB8AC3E}">
        <p14:creationId xmlns:p14="http://schemas.microsoft.com/office/powerpoint/2010/main" val="31922559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0F086F6-F90B-7629-57D3-43E0405B81D4}"/>
              </a:ext>
            </a:extLst>
          </p:cNvPr>
          <p:cNvSpPr>
            <a:spLocks noGrp="1"/>
          </p:cNvSpPr>
          <p:nvPr>
            <p:ph type="title"/>
          </p:nvPr>
        </p:nvSpPr>
        <p:spPr/>
        <p:txBody>
          <a:bodyPr/>
          <a:lstStyle/>
          <a:p>
            <a:pPr algn="ctr"/>
            <a:r>
              <a:rPr lang="sv-SE"/>
              <a:t>Viktigaste resultat </a:t>
            </a:r>
          </a:p>
        </p:txBody>
      </p:sp>
      <p:sp>
        <p:nvSpPr>
          <p:cNvPr id="3" name="Platshållare för innehåll 2">
            <a:extLst>
              <a:ext uri="{FF2B5EF4-FFF2-40B4-BE49-F238E27FC236}">
                <a16:creationId xmlns:a16="http://schemas.microsoft.com/office/drawing/2014/main" id="{E0FE7084-07EF-DDF5-B5B9-964FB7E887B6}"/>
              </a:ext>
            </a:extLst>
          </p:cNvPr>
          <p:cNvSpPr>
            <a:spLocks noGrp="1"/>
          </p:cNvSpPr>
          <p:nvPr>
            <p:ph idx="1"/>
          </p:nvPr>
        </p:nvSpPr>
        <p:spPr>
          <a:xfrm>
            <a:off x="838200" y="1793875"/>
            <a:ext cx="10515600" cy="4351338"/>
          </a:xfrm>
        </p:spPr>
        <p:txBody>
          <a:bodyPr>
            <a:normAutofit fontScale="92500" lnSpcReduction="20000"/>
          </a:bodyPr>
          <a:lstStyle/>
          <a:p>
            <a:pPr marL="0" indent="0">
              <a:buNone/>
            </a:pPr>
            <a:br>
              <a:rPr lang="sv-SE" dirty="0"/>
            </a:br>
            <a:r>
              <a:rPr lang="sv-SE" dirty="0"/>
              <a:t>Försäljning i kategori – Elektronik</a:t>
            </a:r>
            <a:br>
              <a:rPr lang="sv-SE" dirty="0"/>
            </a:br>
            <a:r>
              <a:rPr lang="sv-SE" dirty="0"/>
              <a:t>Omsättning – 166 655</a:t>
            </a:r>
          </a:p>
          <a:p>
            <a:pPr marL="0" indent="0">
              <a:buNone/>
            </a:pPr>
            <a:endParaRPr lang="sv-SE" dirty="0"/>
          </a:p>
          <a:p>
            <a:pPr marL="0" indent="0">
              <a:buNone/>
            </a:pPr>
            <a:r>
              <a:rPr lang="sv-SE" dirty="0"/>
              <a:t>Lägst försäljning – Skönhet</a:t>
            </a:r>
            <a:br>
              <a:rPr lang="sv-SE" dirty="0"/>
            </a:br>
            <a:r>
              <a:rPr lang="sv-SE" dirty="0"/>
              <a:t>Omsättning – 13 020</a:t>
            </a:r>
          </a:p>
          <a:p>
            <a:pPr marL="0" indent="0">
              <a:buNone/>
            </a:pPr>
            <a:endParaRPr lang="sv-SE" dirty="0"/>
          </a:p>
          <a:p>
            <a:pPr marL="0" indent="0">
              <a:buNone/>
            </a:pPr>
            <a:r>
              <a:rPr lang="sv-SE" dirty="0"/>
              <a:t>Störst returgrad hade Kök, hudvård och laptops</a:t>
            </a:r>
            <a:br>
              <a:rPr lang="sv-SE" dirty="0"/>
            </a:br>
            <a:r>
              <a:rPr lang="sv-SE" dirty="0"/>
              <a:t>Procent 22,6%, 22,0% och 18,3%</a:t>
            </a:r>
          </a:p>
          <a:p>
            <a:pPr marL="0" indent="0">
              <a:buNone/>
            </a:pPr>
            <a:endParaRPr lang="sv-SE" dirty="0"/>
          </a:p>
          <a:p>
            <a:pPr marL="0" indent="0">
              <a:buNone/>
            </a:pPr>
            <a:r>
              <a:rPr lang="sv-SE" dirty="0"/>
              <a:t>Betalningsmetoder står kort för 44,2% av alla köp och </a:t>
            </a:r>
            <a:r>
              <a:rPr lang="sv-SE" dirty="0" err="1"/>
              <a:t>Paypal</a:t>
            </a:r>
            <a:r>
              <a:rPr lang="sv-SE" dirty="0"/>
              <a:t> 8,1%</a:t>
            </a:r>
          </a:p>
        </p:txBody>
      </p:sp>
      <p:sp>
        <p:nvSpPr>
          <p:cNvPr id="4" name="Platshållare för innehåll 2">
            <a:extLst>
              <a:ext uri="{FF2B5EF4-FFF2-40B4-BE49-F238E27FC236}">
                <a16:creationId xmlns:a16="http://schemas.microsoft.com/office/drawing/2014/main" id="{4323BC24-0AD7-6231-FE49-3509435959E4}"/>
              </a:ext>
            </a:extLst>
          </p:cNvPr>
          <p:cNvSpPr txBox="1">
            <a:spLocks/>
          </p:cNvSpPr>
          <p:nvPr/>
        </p:nvSpPr>
        <p:spPr>
          <a:xfrm>
            <a:off x="736600" y="60801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sv-SE" dirty="0"/>
          </a:p>
        </p:txBody>
      </p:sp>
    </p:spTree>
    <p:extLst>
      <p:ext uri="{BB962C8B-B14F-4D97-AF65-F5344CB8AC3E}">
        <p14:creationId xmlns:p14="http://schemas.microsoft.com/office/powerpoint/2010/main" val="4041843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EA936563-CED3-EFCF-2449-9D3F10BB5B66}"/>
              </a:ext>
            </a:extLst>
          </p:cNvPr>
          <p:cNvSpPr>
            <a:spLocks noGrp="1"/>
          </p:cNvSpPr>
          <p:nvPr>
            <p:ph type="title"/>
          </p:nvPr>
        </p:nvSpPr>
        <p:spPr/>
        <p:txBody>
          <a:bodyPr/>
          <a:lstStyle/>
          <a:p>
            <a:pPr algn="ctr"/>
            <a:r>
              <a:rPr lang="sv-SE" dirty="0"/>
              <a:t>Slutsatser och begränsningar</a:t>
            </a:r>
          </a:p>
        </p:txBody>
      </p:sp>
      <p:sp>
        <p:nvSpPr>
          <p:cNvPr id="3" name="Platshållare för innehåll 2">
            <a:extLst>
              <a:ext uri="{FF2B5EF4-FFF2-40B4-BE49-F238E27FC236}">
                <a16:creationId xmlns:a16="http://schemas.microsoft.com/office/drawing/2014/main" id="{C6752EDE-C581-D3E7-715A-B5697DC5583E}"/>
              </a:ext>
            </a:extLst>
          </p:cNvPr>
          <p:cNvSpPr>
            <a:spLocks noGrp="1"/>
          </p:cNvSpPr>
          <p:nvPr>
            <p:ph idx="1"/>
          </p:nvPr>
        </p:nvSpPr>
        <p:spPr/>
        <p:txBody>
          <a:bodyPr>
            <a:normAutofit fontScale="92500"/>
          </a:bodyPr>
          <a:lstStyle/>
          <a:p>
            <a:pPr marL="0" indent="0">
              <a:buNone/>
            </a:pPr>
            <a:r>
              <a:rPr lang="sv-SE" dirty="0"/>
              <a:t>Sammanfattningsvis visar analysen att företagets försäljning framför allt drivs av kategorin elektronik och att returgraden varierar tydligt mellan olika produktgrupper. Det finns också skillnader mellan regioner, kundsegment och betalningsmetoder, vilket kan vara relevant för framtida affärsbeslut.</a:t>
            </a:r>
          </a:p>
          <a:p>
            <a:pPr marL="0" indent="0">
              <a:buNone/>
            </a:pPr>
            <a:endParaRPr lang="sv-SE"/>
          </a:p>
          <a:p>
            <a:pPr marL="0" indent="0">
              <a:buNone/>
            </a:pPr>
            <a:r>
              <a:rPr lang="sv-SE"/>
              <a:t>En </a:t>
            </a:r>
            <a:r>
              <a:rPr lang="sv-SE" dirty="0"/>
              <a:t>begränsning är att analysen är beskrivande och därför inte kan visa säkra orsakssamband. Resultaten påverkas också av hur saknade värden har hanterats och av att analysen bygger på ett enda </a:t>
            </a:r>
            <a:r>
              <a:rPr lang="sv-SE" dirty="0" err="1"/>
              <a:t>dataset</a:t>
            </a:r>
            <a:r>
              <a:rPr lang="sv-SE" dirty="0"/>
              <a:t>. Trots detta ger analysen en tydlig överblick av verksamheten och kan fungera som ett bra underlag för vidare arbete.</a:t>
            </a:r>
          </a:p>
        </p:txBody>
      </p:sp>
    </p:spTree>
    <p:extLst>
      <p:ext uri="{BB962C8B-B14F-4D97-AF65-F5344CB8AC3E}">
        <p14:creationId xmlns:p14="http://schemas.microsoft.com/office/powerpoint/2010/main" val="37354508"/>
      </p:ext>
    </p:extLst>
  </p:cSld>
  <p:clrMapOvr>
    <a:masterClrMapping/>
  </p:clrMapOvr>
</p:sld>
</file>

<file path=ppt/theme/theme1.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TotalTime>
  <Words>370</Words>
  <Application>Microsoft Office PowerPoint</Application>
  <PresentationFormat>Bredbild</PresentationFormat>
  <Paragraphs>29</Paragraphs>
  <Slides>7</Slides>
  <Notes>0</Notes>
  <HiddenSlides>0</HiddenSlides>
  <MMClips>0</MMClips>
  <ScaleCrop>false</ScaleCrop>
  <HeadingPairs>
    <vt:vector size="6" baseType="variant">
      <vt:variant>
        <vt:lpstr>Använt teckensnitt</vt:lpstr>
      </vt:variant>
      <vt:variant>
        <vt:i4>3</vt:i4>
      </vt:variant>
      <vt:variant>
        <vt:lpstr>Tema</vt:lpstr>
      </vt:variant>
      <vt:variant>
        <vt:i4>1</vt:i4>
      </vt:variant>
      <vt:variant>
        <vt:lpstr>Bildrubriker</vt:lpstr>
      </vt:variant>
      <vt:variant>
        <vt:i4>7</vt:i4>
      </vt:variant>
    </vt:vector>
  </HeadingPairs>
  <TitlesOfParts>
    <vt:vector size="11" baseType="lpstr">
      <vt:lpstr>Aptos</vt:lpstr>
      <vt:lpstr>Aptos Display</vt:lpstr>
      <vt:lpstr>Arial</vt:lpstr>
      <vt:lpstr>Office-tema</vt:lpstr>
      <vt:lpstr>E-handelsdataanalys i R Bilal, Elias, Jack, Tobias och Jonas</vt:lpstr>
      <vt:lpstr>Metod och Dataförståelse</vt:lpstr>
      <vt:lpstr>Vilka produktkategorier verkar driva högst försäljning? </vt:lpstr>
      <vt:lpstr>Hur skiljer sig returgrad mellan olika kategorier?</vt:lpstr>
      <vt:lpstr>Betalningsmetod mot total intäkt och antal köp för att se fall om det finns en korrelation? </vt:lpstr>
      <vt:lpstr>Viktigaste resultat </vt:lpstr>
      <vt:lpstr>Slutsatser och begränsningar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Elias Stålhjärta</dc:creator>
  <cp:lastModifiedBy>Jonas Lindström</cp:lastModifiedBy>
  <cp:revision>1</cp:revision>
  <dcterms:created xsi:type="dcterms:W3CDTF">2026-03-31T12:27:49Z</dcterms:created>
  <dcterms:modified xsi:type="dcterms:W3CDTF">2026-04-22T07:41:13Z</dcterms:modified>
</cp:coreProperties>
</file>